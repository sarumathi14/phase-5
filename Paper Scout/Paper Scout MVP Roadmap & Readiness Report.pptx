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10/13/2025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FEE1E-F3A9-44C4-9EB9-747EC7D1B4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Scout MVP Roadmap &amp; Readiness Report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56A146-5CD5-4DC5-B708-37EDE3CEA3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/>
              <a:t>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Strategic Path for MVP Launch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164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547B8-A7A3-4A45-A28B-DA172DED4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Executive Summary: The MVP Narrative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D4365-1060-4305-AF7F-2ADDB7505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Goal: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launch a functional MVP that validates our core hypothesis: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Researchers can significantly reduce literature review time by receiving personalized, AI-driven paper recommendations.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The Strategic Journey: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 Core Discovery: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Deliver a reliable and accurate search and filtering experience. This is our foundation and the user's first impression.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Smart Personalization: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Move from generic results to tailored recommendations based on user behavior, building a "smart" product differentiator.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User Value &amp; Retention: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Implement features that encourage daily use and make Paper Scout an indispensable tool, laying the groundwork for future growth.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471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90F7B-390C-49DA-8EBF-30356A36B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MVP Feature Roadmap: A Phased Approach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ACC31-776D-43F6-853C-F97205E61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43125"/>
            <a:ext cx="8596668" cy="3898238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1: Core Discovery &amp; Foundation</a:t>
            </a:r>
          </a:p>
          <a:p>
            <a:pPr marL="0" indent="0" algn="just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Deliver a fast, accurate, and trustworthy paper discovery engine.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Search &amp; Filters: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Keyword, author, journal, year range.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 &amp; Abstract Highlighting: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Quick-scan functionality in results.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Paper Details Page: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Title, authors, abstract, PDF link.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9028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AE5A-DF20-4E0F-A77B-FF160020C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001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MVP Feature Roadmap: A Phased Approach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DA7F7-EC04-45C7-8608-68F8EBD83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509" y="1413206"/>
            <a:ext cx="8596668" cy="4031587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2: Smart Personalization</a:t>
            </a:r>
          </a:p>
          <a:p>
            <a:pPr marL="0" indent="0" algn="just">
              <a:buNone/>
            </a:pP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Transform from a search tool to a recommendation engine.</a:t>
            </a:r>
          </a:p>
          <a:p>
            <a:pPr marL="0" indent="0" algn="just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"Similar Papers" Engine: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Recommend papers based on content similarity.</a:t>
            </a:r>
          </a:p>
          <a:p>
            <a:pPr algn="just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Feed: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 homepage of recommendations based on user's saved papers.</a:t>
            </a:r>
          </a:p>
          <a:p>
            <a:pPr algn="just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Paper / Reading List: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Allow users to bookmark papers for later.</a:t>
            </a:r>
          </a:p>
          <a:p>
            <a:pPr marL="0" indent="0" algn="just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3: User Value &amp; Habit Building</a:t>
            </a:r>
          </a:p>
          <a:p>
            <a:pPr marL="0" indent="0" algn="just">
              <a:buNone/>
            </a:pP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Increase user engagement and daily utility.</a:t>
            </a:r>
          </a:p>
          <a:p>
            <a:pPr marL="0" indent="0" algn="just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Trending Papers Feature: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Highlight papers gaining traction in the user's field.</a:t>
            </a:r>
          </a:p>
          <a:p>
            <a:pPr algn="just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Digests: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Weekly summaries of new, relevant papers.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4866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9C438-00CA-4AAE-9647-E8AD9724B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239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Readiness for Top 5 MVP Features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B5A08E9-CB7F-45DE-B822-B438F56963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5587322"/>
              </p:ext>
            </p:extLst>
          </p:nvPr>
        </p:nvGraphicFramePr>
        <p:xfrm>
          <a:off x="677863" y="1333499"/>
          <a:ext cx="8596140" cy="7076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380">
                  <a:extLst>
                    <a:ext uri="{9D8B030D-6E8A-4147-A177-3AD203B41FA5}">
                      <a16:colId xmlns:a16="http://schemas.microsoft.com/office/drawing/2014/main" val="2533379999"/>
                    </a:ext>
                  </a:extLst>
                </a:gridCol>
                <a:gridCol w="2865380">
                  <a:extLst>
                    <a:ext uri="{9D8B030D-6E8A-4147-A177-3AD203B41FA5}">
                      <a16:colId xmlns:a16="http://schemas.microsoft.com/office/drawing/2014/main" val="1538025965"/>
                    </a:ext>
                  </a:extLst>
                </a:gridCol>
                <a:gridCol w="2865380">
                  <a:extLst>
                    <a:ext uri="{9D8B030D-6E8A-4147-A177-3AD203B41FA5}">
                      <a16:colId xmlns:a16="http://schemas.microsoft.com/office/drawing/2014/main" val="2220485556"/>
                    </a:ext>
                  </a:extLst>
                </a:gridCol>
              </a:tblGrid>
              <a:tr h="591521">
                <a:tc>
                  <a:txBody>
                    <a:bodyPr/>
                    <a:lstStyle/>
                    <a:p>
                      <a:pPr algn="l"/>
                      <a:r>
                        <a:rPr lang="en-IN" sz="2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MVP Feature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IN" sz="2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IN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ata Readiness &amp; Simulation Plan</a:t>
                      </a:r>
                      <a:endParaRPr lang="en-IN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Development Support Level</a:t>
                      </a:r>
                      <a:endParaRPr lang="en-IN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173696"/>
                  </a:ext>
                </a:extLst>
              </a:tr>
              <a:tr h="854419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Advanced Search &amp; Filters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READY.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CO3 provides full metadata: </a:t>
                      </a:r>
                      <a:r>
                        <a:rPr lang="en-US" dirty="0"/>
                        <a:t>title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dirty="0"/>
                        <a:t>authors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dirty="0" err="1"/>
                        <a:t>journal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n-US" dirty="0" err="1"/>
                        <a:t>publication</a:t>
                      </a:r>
                      <a:r>
                        <a:rPr lang="en-US" dirty="0"/>
                        <a:t> year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dirty="0"/>
                        <a:t>abstract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833366"/>
                  </a:ext>
                </a:extLst>
              </a:tr>
              <a:tr h="1077153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"Similar Papers" Engine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b="1" dirty="0">
                          <a:effectLst/>
                          <a:latin typeface="quote-cjk-patch"/>
                        </a:rPr>
                        <a:t>READY.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 We can use the abstract and title fields from CO3 to compute TF-IDF or embeddings for content similarity. 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209080"/>
                  </a:ext>
                </a:extLst>
              </a:tr>
              <a:tr h="1051593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Personalized Feed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SIMULATABLE.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We can simulate user profiles by selecting a subset of CO3 papers as a "saved library" for a mock user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355764"/>
                  </a:ext>
                </a:extLst>
              </a:tr>
              <a:tr h="460072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Save Paper / Reading List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READY.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This is a UI/UX and backend feature.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707072"/>
                  </a:ext>
                </a:extLst>
              </a:tr>
              <a:tr h="1051593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Trending Papers Feature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SIMULATABLE.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We can simulate "trending" by using the CO3 </a:t>
                      </a:r>
                      <a:r>
                        <a:rPr lang="en-US" dirty="0"/>
                        <a:t>publication year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and </a:t>
                      </a:r>
                      <a:r>
                        <a:rPr lang="en-US" dirty="0"/>
                        <a:t>citation count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fields.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Medium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980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2709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8D44D-B377-4479-A4ED-CD2E26D2C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590800"/>
            <a:ext cx="8596668" cy="1971674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222870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33</TotalTime>
  <Words>472</Words>
  <Application>Microsoft Office PowerPoint</Application>
  <PresentationFormat>Widescreen</PresentationFormat>
  <Paragraphs>48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quote-cjk-patch</vt:lpstr>
      <vt:lpstr>Times New Roman</vt:lpstr>
      <vt:lpstr>Trebuchet MS</vt:lpstr>
      <vt:lpstr>Wingdings 3</vt:lpstr>
      <vt:lpstr>Facet</vt:lpstr>
      <vt:lpstr>Paper Scout MVP Roadmap &amp; Readiness Report</vt:lpstr>
      <vt:lpstr>Executive Summary: The MVP Narrative</vt:lpstr>
      <vt:lpstr>MVP Feature Roadmap: A Phased Approach</vt:lpstr>
      <vt:lpstr>MVP Feature Roadmap: A Phased Approach</vt:lpstr>
      <vt:lpstr>Data Readiness for Top 5 MVP Features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 Scout MVP Roadmap &amp; Readiness Report</dc:title>
  <dc:creator>Sarumathi U</dc:creator>
  <cp:lastModifiedBy>Sarumathi U</cp:lastModifiedBy>
  <cp:revision>4</cp:revision>
  <dcterms:created xsi:type="dcterms:W3CDTF">2025-10-13T01:53:52Z</dcterms:created>
  <dcterms:modified xsi:type="dcterms:W3CDTF">2025-10-13T02:27:26Z</dcterms:modified>
</cp:coreProperties>
</file>