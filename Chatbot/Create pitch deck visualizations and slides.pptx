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F1AC8-F4B4-4E45-968E-ABC78119C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40080"/>
            <a:ext cx="7766936" cy="3901440"/>
          </a:xfrm>
        </p:spPr>
        <p:txBody>
          <a:bodyPr/>
          <a:lstStyle/>
          <a:p>
            <a:pPr algn="l"/>
            <a:r>
              <a:rPr lang="en-IN" sz="2800" b="1" dirty="0"/>
              <a:t>Visual:</a:t>
            </a:r>
            <a:r>
              <a:rPr lang="en-IN" sz="2800" dirty="0"/>
              <a:t> Clean, minimal design. Company logo. No charts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13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BD1B-2274-45E7-BD99-544D9B86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Problem - A Broken [Industry] Experience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C3B30-9471-4298-A718-1BD42B54E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simple, impactful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Waste 5+ Hours Per Week on Manual Tasks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Top User Pain Points &amp; Time Impact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Hours Wasted Per Week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Pain Points (Manual Data Entry, Finding Information, Reporting, Collaboration)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 high values, e.g., Manual Data Entry = 5.5 hours.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Market Intelligence Report, 2024.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(Minimal text, let the chart speak)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Inefficiency, lack of personalization, and high error costs plague the current market.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24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54C4-E63A-445E-ACEA-4C890C21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Solution - Introducing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2865-78E8-4FC2-9337-AE6D1A88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Visual:</a:t>
            </a:r>
            <a:r>
              <a:rPr lang="en-US" dirty="0"/>
              <a:t> A clean </a:t>
            </a:r>
            <a:r>
              <a:rPr lang="en-US" b="1" dirty="0"/>
              <a:t>Screenshot or Mockup</a:t>
            </a:r>
            <a:r>
              <a:rPr lang="en-US" dirty="0"/>
              <a:t> of the product's main interface, highlighting the key features (Automation, Insights, Integration).</a:t>
            </a:r>
          </a:p>
          <a:p>
            <a:r>
              <a:rPr lang="en-US" b="1" dirty="0"/>
              <a:t>Headline:</a:t>
            </a:r>
            <a:r>
              <a:rPr lang="en-US" dirty="0"/>
              <a:t> </a:t>
            </a:r>
            <a:r>
              <a:rPr lang="en-US" b="1" dirty="0"/>
              <a:t>Intelligent Automation Meets Hyper-Personalization</a:t>
            </a:r>
            <a:endParaRPr lang="en-US" dirty="0"/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 Automates up to </a:t>
            </a:r>
            <a:r>
              <a:rPr lang="en-US" b="1" dirty="0"/>
              <a:t>70%</a:t>
            </a:r>
            <a:r>
              <a:rPr lang="en-US" dirty="0"/>
              <a:t> of manual work.</a:t>
            </a:r>
          </a:p>
          <a:p>
            <a:r>
              <a:rPr lang="en-US" dirty="0"/>
              <a:t> Delivers data-driven, personalized insights.</a:t>
            </a:r>
          </a:p>
          <a:p>
            <a:r>
              <a:rPr lang="en-US" dirty="0"/>
              <a:t> Integrates seamlessly with your existing tools.</a:t>
            </a:r>
          </a:p>
        </p:txBody>
      </p:sp>
    </p:spTree>
    <p:extLst>
      <p:ext uri="{BB962C8B-B14F-4D97-AF65-F5344CB8AC3E}">
        <p14:creationId xmlns:p14="http://schemas.microsoft.com/office/powerpoint/2010/main" val="334892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8DE7-E677-4B31-8B46-535261E6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Market Opportunity - A $4.2B Blue Ocean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07A43-9EDA-4E17-AEA1-14771C9F2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TAM, SAM, SOM Diagram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(concentric circles).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 Capturing a Multi-Billion Dollar Market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Total Addressable Market (TAM/SAM/SOM)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Circle (TAM):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$42B - Global Market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Circle (SAM):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$4.2B - Core Segments in NA &amp; EU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Circle (SOM):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$210M - Obtainable in 3-5 Years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Financial KPI Sheet - TAM/SAM/SOM Analysis.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Our focused strategy targets a $4.2B serviceable market with a clear path to initial revenue.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83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06BB-4C2A-4FD6-8E43-7F0F5362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Our Secret Sauce - Proprietary Data &amp; Segmentation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D304-E944-409F-9132-B2E890FA5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Diagram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the segmentation analysis.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Distinct, High-Value Customer Segments Identified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Customer Segmentation Clusters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 on Automation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 on Strategic Insights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Clearly show 3 distinct groups (e.g., Efficiency Experts, Strategic Planners, Collaborative Teams) in different colors.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Customer Segmentation Analysis, 2024.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 target and build for specific segment needs, driving higher conversion and retention.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20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9389-4ADC-4295-AEA5-019B8E92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Traction &amp; Validation - The Data Speaks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4AA13-D09D-4D88-B097-B060B4C0B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comparing the A/B test results.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 Test Proves Our Model: +22% Conversion &amp; +15% Retention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A/B Test Results: New User Onboarding Flow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Bars for "Conversion Rate":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Control (15%) vs. Variant B (18.3%)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Bars for "Week 1 Retention":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Control (58%) vs. Variant B (66.7%)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text box: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"Results statistically significant (p &lt; 0.01)"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A/B Test Simulation &amp; Statistical Analysis.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validates our user experience and its direct impact on core business metrics.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2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2AF3-9E73-4E88-95C2-FDF12811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 The Ask &amp; Use of Funds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0E5B-7592-4976-B46B-9DFB8AF9B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showing the allocation of the seed round.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Raising a $2M Seed Round to Accelerate Growth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 of Funds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Slices: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Go-To-Market &amp; Sales: 40%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Engineering: 35%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&amp; Operations: 25%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Financial KPI Sheet - Fund Allocation.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Join us in capturing the $210M+ serviceable obtainable market.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712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CFD1-6C63-48E7-A194-47FB26D1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97760"/>
            <a:ext cx="8596668" cy="145288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2762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674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Facet</vt:lpstr>
      <vt:lpstr>Visual: Clean, minimal design. Company logo. No charts. </vt:lpstr>
      <vt:lpstr>The Problem - A Broken [Industry] Experience </vt:lpstr>
      <vt:lpstr>The Solution - Introducing </vt:lpstr>
      <vt:lpstr>The Market Opportunity - A $4.2B Blue Ocean </vt:lpstr>
      <vt:lpstr>Our Secret Sauce - Proprietary Data &amp; Segmentation </vt:lpstr>
      <vt:lpstr>Traction &amp; Validation - The Data Speaks </vt:lpstr>
      <vt:lpstr> The Ask &amp; Use of Funds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Visual: Clean, minimal design. Company logo. No charts.</dc:title>
  <dc:creator>Sarumathi U</dc:creator>
  <cp:lastModifiedBy>Sarumathi U</cp:lastModifiedBy>
  <cp:revision>2</cp:revision>
  <dcterms:created xsi:type="dcterms:W3CDTF">2025-11-25T04:26:50Z</dcterms:created>
  <dcterms:modified xsi:type="dcterms:W3CDTF">2025-11-25T04:49:08Z</dcterms:modified>
</cp:coreProperties>
</file>